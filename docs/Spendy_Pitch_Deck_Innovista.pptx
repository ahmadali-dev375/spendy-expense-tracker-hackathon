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6E8494-E115-12E4-61D8-A3A867F2C19A}" v="335" dt="2025-10-11T12:36:52.0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76" y="-1139086"/>
            <a:ext cx="9367282" cy="4739536"/>
          </a:xfrm>
        </p:spPr>
        <p:txBody>
          <a:bodyPr/>
          <a:lstStyle/>
          <a:p>
            <a:r>
              <a:rPr lang="en-US" b="1" dirty="0">
                <a:ea typeface="Calibri"/>
                <a:cs typeface="Calibri"/>
              </a:rPr>
              <a:t>Spendy</a:t>
            </a:r>
            <a:r>
              <a:rPr lang="en-US" dirty="0">
                <a:ea typeface="Calibri"/>
                <a:cs typeface="Calibri"/>
              </a:rPr>
              <a:t>: </a:t>
            </a:r>
            <a:r>
              <a:rPr lang="en-US" b="1" dirty="0">
                <a:ea typeface="Calibri"/>
                <a:cs typeface="Calibri"/>
              </a:rPr>
              <a:t>Your Expenditure Partner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3135" y="1746398"/>
            <a:ext cx="6879265" cy="389240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i="1" dirty="0">
                <a:solidFill>
                  <a:schemeClr val="tx1"/>
                </a:solidFill>
              </a:rPr>
              <a:t>Track smarter, save better</a:t>
            </a:r>
            <a:endParaRPr lang="en-US" i="1">
              <a:solidFill>
                <a:schemeClr val="tx1"/>
              </a:solidFill>
              <a:ea typeface="Calibri"/>
              <a:cs typeface="Calibri"/>
            </a:endParaRPr>
          </a:p>
          <a:p>
            <a:pPr marL="0" indent="0">
              <a:buNone/>
            </a:pPr>
            <a:endParaRPr>
              <a:ea typeface="Calibri"/>
              <a:cs typeface="Calibri"/>
            </a:endParaRPr>
          </a:p>
          <a:p>
            <a:r>
              <a:rPr sz="3600" b="1" u="sng" dirty="0">
                <a:solidFill>
                  <a:schemeClr val="tx1"/>
                </a:solidFill>
              </a:rPr>
              <a:t>Team A² (Ahmad Ali &amp; Ahsen Amir)</a:t>
            </a:r>
            <a:endParaRPr sz="3600" b="1" u="sng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err="1">
                <a:solidFill>
                  <a:schemeClr val="tx1"/>
                </a:solidFill>
              </a:rPr>
              <a:t>Innovista</a:t>
            </a:r>
            <a:r>
              <a:rPr dirty="0">
                <a:solidFill>
                  <a:schemeClr val="tx1"/>
                </a:solidFill>
              </a:rPr>
              <a:t> National Agentic AI Hackathon 2025</a:t>
            </a:r>
            <a:endParaRPr dirty="0">
              <a:solidFill>
                <a:schemeClr val="tx1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Problem Statement</a:t>
            </a:r>
            <a:endParaRPr lang="en-US" b="1" u="sng">
              <a:ea typeface="Calibri"/>
              <a:cs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3472" y="1264403"/>
            <a:ext cx="8875361" cy="561084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600" dirty="0">
                <a:ea typeface="+mn-lt"/>
                <a:cs typeface="+mn-lt"/>
              </a:rPr>
              <a:t>✨</a:t>
            </a:r>
            <a:r>
              <a:rPr sz="3600" dirty="0"/>
              <a:t>People struggle to track their expenses in Pakistan due to poor money management habits and lack of easy-to-use financial tools.</a:t>
            </a:r>
            <a:endParaRPr lang="en-US" sz="3600">
              <a:ea typeface="Calibri"/>
              <a:cs typeface="Calibri"/>
            </a:endParaRPr>
          </a:p>
          <a:p>
            <a:pPr marL="0" indent="0">
              <a:spcBef>
                <a:spcPts val="1400"/>
              </a:spcBef>
              <a:buNone/>
            </a:pPr>
            <a:r>
              <a:rPr lang="en-US" dirty="0">
                <a:ea typeface="+mn-lt"/>
                <a:cs typeface="+mn-lt"/>
              </a:rPr>
              <a:t> • </a:t>
            </a:r>
            <a:r>
              <a:rPr lang="en-US" i="1" dirty="0">
                <a:ea typeface="+mn-lt"/>
                <a:cs typeface="+mn-lt"/>
              </a:rPr>
              <a:t>Most individuals rely on memory or paper notes to manage daily spending, leading to confusion and overspending. </a:t>
            </a:r>
            <a:endParaRPr i="1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840" y="1161607"/>
            <a:ext cx="8428960" cy="4964556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dirty="0"/>
              <a:t>Spendy is a simple and user-friendly finance tracker app.</a:t>
            </a:r>
          </a:p>
          <a:p>
            <a:r>
              <a:rPr dirty="0"/>
              <a:t>Users can record expenses and income, categorize transactions, and </a:t>
            </a:r>
            <a:r>
              <a:rPr lang="en-US" dirty="0"/>
              <a:t>view statistics</a:t>
            </a:r>
            <a:r>
              <a:rPr dirty="0"/>
              <a:t>.</a:t>
            </a:r>
            <a:endParaRPr dirty="0">
              <a:ea typeface="Calibri"/>
              <a:cs typeface="Calibri"/>
            </a:endParaRPr>
          </a:p>
          <a:p>
            <a:r>
              <a:rPr dirty="0"/>
              <a:t>The app is designed to work using local storage with optional cloud sync for data backup and multi-device </a:t>
            </a:r>
            <a:r>
              <a:rPr lang="en-US" dirty="0"/>
              <a:t>support</a:t>
            </a:r>
            <a:r>
              <a:rPr dirty="0"/>
              <a:t>.</a:t>
            </a:r>
            <a:endParaRPr dirty="0">
              <a:ea typeface="Calibri"/>
              <a:cs typeface="Calibri"/>
            </a:endParaRPr>
          </a:p>
          <a:p>
            <a:r>
              <a:rPr lang="en-US" dirty="0"/>
              <a:t>Our App ensures</a:t>
            </a:r>
            <a:r>
              <a:rPr dirty="0"/>
              <a:t> users stay in control of their data while benefiting from reliability and accessibility.</a:t>
            </a:r>
            <a:endParaRPr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Tech Stack</a:t>
            </a:r>
            <a:endParaRPr lang="en-US" b="1" u="sng" dirty="0">
              <a:ea typeface="Calibri"/>
              <a:cs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678" y="1188189"/>
            <a:ext cx="8482122" cy="5376567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buNone/>
            </a:pPr>
            <a:r>
              <a:rPr lang="en-US" dirty="0">
                <a:ea typeface="+mn-lt"/>
                <a:cs typeface="+mn-lt"/>
              </a:rPr>
              <a:t>🧰 Tool:</a:t>
            </a:r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• Firebase Studio</a:t>
            </a:r>
          </a:p>
          <a:p>
            <a:pPr>
              <a:buNone/>
            </a:pPr>
            <a:endParaRPr lang="en-US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💻 Languages:</a:t>
            </a:r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• React</a:t>
            </a:r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• TypeScript</a:t>
            </a:r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• Tailwind CSS</a:t>
            </a:r>
          </a:p>
          <a:p>
            <a:pPr>
              <a:buNone/>
            </a:pPr>
            <a:endParaRPr lang="en-US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🔗 Third-Party Integration:</a:t>
            </a:r>
            <a:endParaRPr dirty="0">
              <a:ea typeface="+mn-lt"/>
              <a:cs typeface="+mn-lt"/>
            </a:endParaRPr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• Firebase Database</a:t>
            </a:r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• Firebase Authentication</a:t>
            </a:r>
          </a:p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Impact in Pakistan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7641" y="1419386"/>
            <a:ext cx="8733295" cy="646325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📈</a:t>
            </a:r>
            <a:r>
              <a:rPr lang="en-US" dirty="0"/>
              <a:t> </a:t>
            </a:r>
            <a:r>
              <a:rPr dirty="0"/>
              <a:t>Promotes financial literacy and awareness.</a:t>
            </a:r>
            <a:endParaRPr lang="en-US" dirty="0">
              <a:ea typeface="Calibri"/>
              <a:cs typeface="Calibri"/>
            </a:endParaRP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🤝</a:t>
            </a:r>
            <a:r>
              <a:rPr lang="en-US" dirty="0"/>
              <a:t> </a:t>
            </a:r>
            <a:r>
              <a:rPr dirty="0"/>
              <a:t>Helps users track their expenses</a:t>
            </a:r>
            <a:r>
              <a:rPr lang="en-US" dirty="0"/>
              <a:t>.</a:t>
            </a:r>
            <a:endParaRPr lang="en-US">
              <a:ea typeface="Calibri"/>
              <a:cs typeface="Calibri"/>
            </a:endParaRP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🌍 </a:t>
            </a:r>
            <a:r>
              <a:rPr dirty="0"/>
              <a:t>Encourages responsible money habits for long-term financial stability.</a:t>
            </a: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💸Keep all your expenses organized in one place.</a:t>
            </a:r>
            <a:endParaRPr lang="en-US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Future Plans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18" y="1693235"/>
            <a:ext cx="9146656" cy="491139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🔔 A notification reader that automatically tracks transactions, ensuring users never lose track of their spending.</a:t>
            </a:r>
            <a:endParaRPr lang="en-US" dirty="0">
              <a:ea typeface="Calibri"/>
              <a:cs typeface="Calibri"/>
            </a:endParaRP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📅 Month-by-month filtering for quick insights.</a:t>
            </a:r>
            <a:endParaRPr dirty="0"/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📱 </a:t>
            </a:r>
            <a:r>
              <a:t>Launch Android version for</a:t>
            </a:r>
            <a:r>
              <a:rPr lang="en-US" dirty="0"/>
              <a:t> </a:t>
            </a:r>
            <a:r>
              <a:t>users</a:t>
            </a:r>
            <a:r>
              <a:rPr lang="en-US"/>
              <a:t> on </a:t>
            </a:r>
            <a:r>
              <a:rPr lang="en-US">
                <a:ea typeface="+mn-lt"/>
                <a:cs typeface="+mn-lt"/>
              </a:rPr>
              <a:t>Play Store.</a:t>
            </a:r>
            <a:endParaRPr>
              <a:ea typeface="Calibri"/>
              <a:cs typeface="Calibri"/>
            </a:endParaRPr>
          </a:p>
          <a:p>
            <a:pPr marL="0" indent="0">
              <a:buNone/>
            </a:pPr>
            <a:endParaRPr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Spendy: Your Expenditure Partner</vt:lpstr>
      <vt:lpstr>Problem Statement</vt:lpstr>
      <vt:lpstr>Our Solution</vt:lpstr>
      <vt:lpstr>Tech Stack</vt:lpstr>
      <vt:lpstr>Impact in Pakistan</vt:lpstr>
      <vt:lpstr>Future Plans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151</cp:revision>
  <dcterms:created xsi:type="dcterms:W3CDTF">2013-01-27T09:14:16Z</dcterms:created>
  <dcterms:modified xsi:type="dcterms:W3CDTF">2025-10-11T12:37:23Z</dcterms:modified>
  <cp:category/>
</cp:coreProperties>
</file>